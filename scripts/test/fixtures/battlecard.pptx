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agent visibility. Do not claim they have no MCP coverage - they announced beta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quote floor without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Vikat vs. Legacy CSPM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we win</a:t>
            </a:r>
          </a:p>
          <a:p>
            <a:r>
              <a:t>Agent-aware policy</a:t>
            </a:r>
          </a:p>
          <a:p>
            <a:r>
              <a:t>MCP server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bands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List: per-node</a:t>
            </a:r>
          </a:p>
          <a:p>
            <a:r>
              <a:t>Floor requires Deal Desk</a:t>
            </a:r>
          </a:p>
          <a:p>
            <a:r>
              <a:t>3-year commit unlocks band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public logos</a:t>
            </a:r>
          </a:p>
          <a:p>
            <a:r>
              <a:t>Four under NDA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